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211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ya tiwari" userId="38a94ed0c2224f89" providerId="LiveId" clId="{7496CAEC-A229-4EE0-86A6-1A8500A6F841}"/>
    <pc:docChg chg="modSld">
      <pc:chgData name="siya tiwari" userId="38a94ed0c2224f89" providerId="LiveId" clId="{7496CAEC-A229-4EE0-86A6-1A8500A6F841}" dt="2026-04-11T03:09:25.732" v="0" actId="1036"/>
      <pc:docMkLst>
        <pc:docMk/>
      </pc:docMkLst>
      <pc:sldChg chg="modSp mod">
        <pc:chgData name="siya tiwari" userId="38a94ed0c2224f89" providerId="LiveId" clId="{7496CAEC-A229-4EE0-86A6-1A8500A6F841}" dt="2026-04-11T03:09:25.732" v="0" actId="1036"/>
        <pc:sldMkLst>
          <pc:docMk/>
          <pc:sldMk cId="0" sldId="256"/>
        </pc:sldMkLst>
        <pc:spChg chg="mod">
          <ac:chgData name="siya tiwari" userId="38a94ed0c2224f89" providerId="LiveId" clId="{7496CAEC-A229-4EE0-86A6-1A8500A6F841}" dt="2026-04-11T03:09:25.732" v="0" actId="103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66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8"/>
            <a:ext cx="50292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4400" dirty="0"/>
          </a:p>
          <a:p>
            <a:pPr marL="0" indent="0" algn="l">
              <a:buNone/>
            </a:pPr>
            <a:r>
              <a:rPr lang="en-US" sz="4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4400" dirty="0"/>
          </a:p>
          <a:p>
            <a:pPr marL="0" indent="0" algn="l">
              <a:buNone/>
            </a:pPr>
            <a:r>
              <a:rPr lang="en-US" sz="4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108960"/>
            <a:ext cx="2926080" cy="4114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 2 — MARCH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Abhimanyu Singh Rajawat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Choksi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Trishta Soam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 Tiwari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Solanki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457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TESTING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 Phase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Guide: Prof. Deep Paun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4663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 INSTITUTE OF TECHNOLOGY AND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design into a working functional prototype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autonomous navigation using sensors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hardware and software components together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 functionality under real conditions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7" name="Image 0" descr="/home/claude/img_slide02_obj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C518"/>
                </a:solidFill>
                <a:latin typeface="Calibri"/>
              </a:rPr>
              <a:t>Hardware Procurement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960120"/>
            <a:ext cx="2743200" cy="1920240"/>
          </a:xfrm>
          <a:prstGeom prst="rect">
            <a:avLst/>
          </a:prstGeom>
          <a:solidFill>
            <a:srgbClr val="3A3A3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_esp32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3272"/>
            <a:ext cx="2286000" cy="1417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2532888"/>
            <a:ext cx="2743200" cy="347472"/>
          </a:xfrm>
          <a:prstGeom prst="rect">
            <a:avLst/>
          </a:prstGeom>
          <a:solidFill>
            <a:srgbClr val="1E1E1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569464"/>
            <a:ext cx="2651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ESP32 DevKit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1528" y="960120"/>
            <a:ext cx="2743200" cy="1920240"/>
          </a:xfrm>
          <a:prstGeom prst="rect">
            <a:avLst/>
          </a:prstGeom>
          <a:solidFill>
            <a:srgbClr val="3A3A3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p_l298n_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033272"/>
            <a:ext cx="2286000" cy="1417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81528" y="2532888"/>
            <a:ext cx="2743200" cy="347472"/>
          </a:xfrm>
          <a:prstGeom prst="rect">
            <a:avLst/>
          </a:prstGeom>
          <a:solidFill>
            <a:srgbClr val="1E1E1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27248" y="2569464"/>
            <a:ext cx="2651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L298N Motor Driver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456" y="960120"/>
            <a:ext cx="2743200" cy="1920240"/>
          </a:xfrm>
          <a:prstGeom prst="rect">
            <a:avLst/>
          </a:prstGeom>
          <a:solidFill>
            <a:srgbClr val="3A3A3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mp_chassis_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033272"/>
            <a:ext cx="2286000" cy="14173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34456" y="2532888"/>
            <a:ext cx="2743200" cy="347472"/>
          </a:xfrm>
          <a:prstGeom prst="rect">
            <a:avLst/>
          </a:prstGeom>
          <a:solidFill>
            <a:srgbClr val="1E1E1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0176" y="2569464"/>
            <a:ext cx="2651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4WD Chassis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71800"/>
            <a:ext cx="2743200" cy="1920240"/>
          </a:xfrm>
          <a:prstGeom prst="rect">
            <a:avLst/>
          </a:prstGeom>
          <a:solidFill>
            <a:srgbClr val="3A3A3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p_ultrasonic_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44952"/>
            <a:ext cx="2286000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28600" y="4544568"/>
            <a:ext cx="2743200" cy="347472"/>
          </a:xfrm>
          <a:prstGeom prst="rect">
            <a:avLst/>
          </a:prstGeom>
          <a:solidFill>
            <a:srgbClr val="1E1E1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4581144"/>
            <a:ext cx="2651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HC-SR04 Ultrasonic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81528" y="2971800"/>
            <a:ext cx="2743200" cy="1920240"/>
          </a:xfrm>
          <a:prstGeom prst="rect">
            <a:avLst/>
          </a:prstGeom>
          <a:solidFill>
            <a:srgbClr val="3A3A3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mp_servo_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044952"/>
            <a:ext cx="2286000" cy="14173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081528" y="4544568"/>
            <a:ext cx="2743200" cy="347472"/>
          </a:xfrm>
          <a:prstGeom prst="rect">
            <a:avLst/>
          </a:prstGeom>
          <a:solidFill>
            <a:srgbClr val="1E1E1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27248" y="4581144"/>
            <a:ext cx="2651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SG90 Servo Motor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4456" y="2971800"/>
            <a:ext cx="2743200" cy="1920240"/>
          </a:xfrm>
          <a:prstGeom prst="rect">
            <a:avLst/>
          </a:prstGeom>
          <a:solidFill>
            <a:srgbClr val="3A3A3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omp_battery_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044952"/>
            <a:ext cx="2286000" cy="14173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934456" y="4544568"/>
            <a:ext cx="2743200" cy="347472"/>
          </a:xfrm>
          <a:prstGeom prst="rect">
            <a:avLst/>
          </a:prstGeom>
          <a:solidFill>
            <a:srgbClr val="1E1E1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0176" y="4581144"/>
            <a:ext cx="2651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18650 Battery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&amp; Assembly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fully assembled properly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connected with driver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mounted securely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placed at front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 integrated properly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Rectangle 6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al_fab2_sm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>
            <a:spLocks noGrp="1"/>
          </p:cNvSpPr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1A1A1A"/>
          </a:solidFill>
        </p:spPr>
        <p:txBody>
          <a:bodyPr anchor="ctr"/>
          <a:lstStyle/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F5C518"/>
                </a:solidFill>
              </a:rPr>
              <a:t>Circuit &amp; Wiring Diagram</a:t>
            </a:r>
          </a:p>
        </p:txBody>
      </p:sp>
      <p:pic>
        <p:nvPicPr>
          <p:cNvPr id="2" name="CircuitDiagram" descr="circuit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80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used for programming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 logic implemented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completed successfully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algorithm added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7" name="Image 0" descr="/home/claude/img_slide06_cod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real_nav_sm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ML detection system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weed, animal, and insect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intelligent decision-making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tested on laptop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7" name="Image 0" descr="/home/claude/img_slide08_m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testing completed successfully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testing verified properly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 testing performed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logic validated in test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Rectangle 6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al_testing_sm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robotics concepts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Hardware-software issues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 limits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instability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32588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ESP32 for performance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navigation logic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simulation for testing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system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8288" cy="384048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Rectangle 10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eal_testing_sm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assembled successfully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achieved properly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 partially working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demo implemented on laptop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for Phase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393192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7" name="Image 0" descr="/home/claude/img_slide11_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601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8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and assembled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25603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88720"/>
            <a:ext cx="265176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Navigation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movement system achieved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2560320"/>
          </a:xfrm>
          <a:prstGeom prst="rect">
            <a:avLst/>
          </a:prstGeom>
          <a:solidFill>
            <a:srgbClr val="3A3A3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88720"/>
            <a:ext cx="265176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Ready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for next phase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successfully demonstrates a working rover prototype with autonomous navigation capabilities.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Agriculture Rover — Phase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 INSTITUTE OF TECHNOLOGY AND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</Words>
  <Application>Microsoft Office PowerPoint</Application>
  <PresentationFormat>On-screen Show (16:9)</PresentationFormat>
  <Paragraphs>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Agriculture Rover - Phase 2</dc:title>
  <dc:subject>PptxGenJS Presentation</dc:subject>
  <dc:creator>PptxGenJS</dc:creator>
  <cp:lastModifiedBy>siya tiwari</cp:lastModifiedBy>
  <cp:revision>2</cp:revision>
  <dcterms:created xsi:type="dcterms:W3CDTF">2026-04-09T20:36:07Z</dcterms:created>
  <dcterms:modified xsi:type="dcterms:W3CDTF">2026-04-11T03:12:32Z</dcterms:modified>
</cp:coreProperties>
</file>